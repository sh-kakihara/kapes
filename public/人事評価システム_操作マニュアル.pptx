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solidFill>
            <a:srgbClr val="173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人事評価システム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FDBFF"/>
                </a:solidFill>
              </a:rPr>
              <a:t>操作マニュアル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834640"/>
            <a:ext cx="39593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FDBFF"/>
                </a:solidFill>
              </a:rPr>
              <a:t>柿原工業株式会社 / 柿原技研株式会社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C5FD"/>
                </a:solidFill>
              </a:rPr>
              <a:t>権限別操作ガイド・評価フロー説明書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029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1. システム概要・ログイン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029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3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2. 権限一覧と画面アクセス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5029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3. 評価フロー（全体図）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5029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4. 部署別 評価フロー詳細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914400"/>
            <a:ext cx="5029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51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5. 権限別 操作手順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5029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3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6. 評価項目一覧（11項目）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108960"/>
            <a:ext cx="5029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46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7. 評価ステータス一覧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206240"/>
            <a:ext cx="5029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8. よくある質問・注意事項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1. システム概要・ログイン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"/>
            <a:ext cx="1197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FDBFF"/>
                </a:solidFill>
              </a:rPr>
              <a:t>KAPES — 人事評価システム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777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システムの目的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柿原工業・柿原技研の社員を対象とした人事評価システムです。
社員の自己評価をリーダー・課長・部長・社長の順に電子的に積み上げるフローを管理します。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ログイン手順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45720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96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963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ブラウザでシステムのURLにアクセスする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45720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821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ログインID・パスワードを入力して「ログイン」をクリック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45720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67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679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初回ログイン時はパスワード変更画面が表示される → 新パスワードを設定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6344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パスワードについて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074920"/>
            <a:ext cx="1161288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3500"/>
                </a:solidFill>
              </a:rPr>
              <a:t>💡  パスワードを忘れた場合は管理者（ADMIN）に連絡してリセットしてもらってください。
　　ログイン後は画面右上の「パスワード変更」からいつでも変更できます。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2. 権限一覧と画面アクセス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3716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13816"/>
            <a:ext cx="1280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権限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777240"/>
            <a:ext cx="109728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813816"/>
            <a:ext cx="1005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表示名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77240"/>
            <a:ext cx="621792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813816"/>
            <a:ext cx="6126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主な操作画面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777240"/>
            <a:ext cx="320040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813816"/>
            <a:ext cx="3108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対象者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499616"/>
            <a:ext cx="1280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146304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1499616"/>
            <a:ext cx="1005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管理者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46304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499616"/>
            <a:ext cx="6126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ユーザー管理・社員台帳・評価期間管理・通知書作成 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46304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499616"/>
            <a:ext cx="3108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システム管理担当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48840"/>
            <a:ext cx="13716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185416"/>
            <a:ext cx="1280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PRESIDENT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2148840"/>
            <a:ext cx="109728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2185416"/>
            <a:ext cx="1005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社長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148840"/>
            <a:ext cx="621792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2185416"/>
            <a:ext cx="6126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評価閲覧（全社員）・社員台帳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148840"/>
            <a:ext cx="32004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185416"/>
            <a:ext cx="3108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代表取締役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3464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871216"/>
            <a:ext cx="1280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EXECUTIVE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0" y="283464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2871216"/>
            <a:ext cx="1005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顧問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283464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2871216"/>
            <a:ext cx="6126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顧問評価（担当部署の部長評価を担当）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283464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2871216"/>
            <a:ext cx="3108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顧問・執行役員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520440"/>
            <a:ext cx="13716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557016"/>
            <a:ext cx="1280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DIRECTOR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3520440"/>
            <a:ext cx="109728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91640" y="3557016"/>
            <a:ext cx="1005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部長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520440"/>
            <a:ext cx="621792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20" y="3557016"/>
            <a:ext cx="6126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部長評価（担当部署の全課員）・自己評価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3520440"/>
            <a:ext cx="32004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3557016"/>
            <a:ext cx="3108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各部門責任者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0624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242816"/>
            <a:ext cx="1280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5920" y="420624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91640" y="4242816"/>
            <a:ext cx="1005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課長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20624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88920" y="4242816"/>
            <a:ext cx="6126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課長評価・グループ/リーダー管理・自己評価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20624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4242816"/>
            <a:ext cx="3108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課長職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892040"/>
            <a:ext cx="13716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928616"/>
            <a:ext cx="1280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LEADER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0" y="4892040"/>
            <a:ext cx="109728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91640" y="4928616"/>
            <a:ext cx="1005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リーダー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892040"/>
            <a:ext cx="621792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4928616"/>
            <a:ext cx="6126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リーダー評価（担当グループ）・自己評価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20" y="4892040"/>
            <a:ext cx="32004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4928616"/>
            <a:ext cx="3108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グループリーダー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57784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5614416"/>
            <a:ext cx="1280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STAFF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0" y="557784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91640" y="5614416"/>
            <a:ext cx="1005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社員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557784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88920" y="5614416"/>
            <a:ext cx="6126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自己評価・自己評価履歴・通知書（権限付与時）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557784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06840" y="5614416"/>
            <a:ext cx="3108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一般社員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6035040"/>
            <a:ext cx="1161288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3500"/>
                </a:solidFill>
              </a:rPr>
              <a:t>⚠️  「実習生」種別の社員・評価対象外（skip_evaluation）部署の社員は評価フローの対象外です。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3. 評価フロー（全体図）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① 標準フロー（リーダー評価あり）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8236" y="1307592"/>
            <a:ext cx="14630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88236" y="134416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</a:rPr>
              <a:t>社員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8236" y="165049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0AF"/>
                </a:solidFill>
              </a:rPr>
              <a:t>自己評価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1276" y="1472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25596" y="1307592"/>
            <a:ext cx="1463040" cy="6858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5596" y="134416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リーダー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5596" y="165049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A580C"/>
                </a:solidFill>
              </a:rPr>
              <a:t>リーダー評価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8636" y="1472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62956" y="1307592"/>
            <a:ext cx="146304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2956" y="134416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課長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2956" y="165049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A34A"/>
                </a:solidFill>
              </a:rPr>
              <a:t>課長評価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5996" y="1472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00316" y="1307592"/>
            <a:ext cx="1463040" cy="68580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0316" y="134416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E22CE"/>
                </a:solidFill>
              </a:rPr>
              <a:t>部長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0316" y="165049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E22CE"/>
                </a:solidFill>
              </a:rPr>
              <a:t>部長評価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3356" y="1472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37676" y="1307592"/>
            <a:ext cx="14630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7676" y="134416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社長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7676" y="165049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閲覧・完了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011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② リーダー評価なしの場合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56915" y="2359152"/>
            <a:ext cx="14630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56915" y="239572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</a:rPr>
              <a:t>社員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56915" y="270205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0AF"/>
                </a:solidFill>
              </a:rPr>
              <a:t>自己評価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9956" y="25237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94276" y="2359152"/>
            <a:ext cx="146304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4276" y="239572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課長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4276" y="270205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A34A"/>
                </a:solidFill>
              </a:rPr>
              <a:t>課長評価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7316" y="25237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2359152"/>
            <a:ext cx="1463040" cy="68580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1636" y="239572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E22CE"/>
                </a:solidFill>
              </a:rPr>
              <a:t>部長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1636" y="270205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E22CE"/>
                </a:solidFill>
              </a:rPr>
              <a:t>部長評価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4675" y="25237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68996" y="2359152"/>
            <a:ext cx="14630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68996" y="239572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社長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8996" y="270205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閲覧・完了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081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※ 課に「リーダー評価あり」が設定されていない場合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③ 顧問（EXECUTIVE）在籍部署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56915" y="3410712"/>
            <a:ext cx="14630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56915" y="344728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</a:rPr>
              <a:t>社員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56915" y="375361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0AF"/>
                </a:solidFill>
              </a:rPr>
              <a:t>自己評価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19956" y="35753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94276" y="3410712"/>
            <a:ext cx="146304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94276" y="344728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課長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4276" y="375361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A34A"/>
                </a:solidFill>
              </a:rPr>
              <a:t>課長評価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7316" y="35753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1636" y="3410712"/>
            <a:ext cx="146304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1636" y="344728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1D95"/>
                </a:solidFill>
              </a:rPr>
              <a:t>顧問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1636" y="375361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1D95"/>
                </a:solidFill>
              </a:rPr>
              <a:t>顧問評価
（部長役）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94675" y="35753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68996" y="3410712"/>
            <a:ext cx="14630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68996" y="344728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社長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68996" y="375361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閲覧・完了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133087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※ 顧問在籍部署では部長評価の代わりに顧問が評価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41148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④ 部長スキップ（skip_director）設定部署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25596" y="4462272"/>
            <a:ext cx="14630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25596" y="449884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</a:rPr>
              <a:t>社員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25596" y="480517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0AF"/>
                </a:solidFill>
              </a:rPr>
              <a:t>自己評価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88636" y="462686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62956" y="4462272"/>
            <a:ext cx="146304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62956" y="449884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課長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62956" y="480517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A34A"/>
                </a:solidFill>
              </a:rPr>
              <a:t>課長評価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25996" y="462686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00316" y="4462272"/>
            <a:ext cx="14630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00316" y="4498848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社長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00316" y="4805172"/>
            <a:ext cx="146304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閲覧・完了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1846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※ 課長評価後に直接社長へ提出される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4. 部署別 評価フロー詳細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2011680" cy="73152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13816"/>
            <a:ext cx="1920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フロータイプ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777240"/>
            <a:ext cx="4114800" cy="73152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813816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設定条件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777240"/>
            <a:ext cx="5760720" cy="73152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813816"/>
            <a:ext cx="5669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評価の流れ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5336"/>
            <a:ext cx="1920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フルフロー
（リーダーあり）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50876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545336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課「リーダー評価あり」= ON
部署「部長スキップ」= OFF / 顧問なし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5760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45336"/>
            <a:ext cx="5669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社員 → リーダー → 課長 → 部長 → 社長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40280"/>
            <a:ext cx="2011680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276856"/>
            <a:ext cx="1920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標準フロー
（リーダーなし）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240280"/>
            <a:ext cx="4114800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276856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課「リーダー評価あり」= OFF
部署「部長スキップ」= OFF / 顧問なし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40280"/>
            <a:ext cx="5760720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276856"/>
            <a:ext cx="5669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社員 → 課長 → 部長 → 社長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7180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008376"/>
            <a:ext cx="1920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顧問フロー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297180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3008376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顧問（EXECUTIVE）が同部署に在籍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971800"/>
            <a:ext cx="5760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008376"/>
            <a:ext cx="5669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社員 →（リーダー）→ 課長 → 顧問 → 社長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03320"/>
            <a:ext cx="2011680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739896"/>
            <a:ext cx="1920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部長スキップ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703320"/>
            <a:ext cx="4114800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3739896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部署「部長スキップ」= 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5760720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739896"/>
            <a:ext cx="5669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社員 →（リーダー）→ 課長 → 社長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3484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471416"/>
            <a:ext cx="1920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評価対象外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443484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20" y="4471416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部署「評価フロー対象外」= ON
または社員種別 = 実習生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434840"/>
            <a:ext cx="5760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471416"/>
            <a:ext cx="5669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評価画面なし（自己評価不要）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84632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4846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課長・部長自身の評価フロー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212080"/>
            <a:ext cx="25603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248656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権限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39" y="5212080"/>
            <a:ext cx="93268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359" y="5248656"/>
            <a:ext cx="9235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フロー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66928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705856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課長（MANAGER）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39" y="5669280"/>
            <a:ext cx="9326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0359" y="5705856"/>
            <a:ext cx="9235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自己評価 → 部長へ提出（部長スキップ部署は社長へ直接）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126480"/>
            <a:ext cx="256032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6163056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部長（DIRECTOR）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39" y="6126480"/>
            <a:ext cx="932688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80359" y="6163056"/>
            <a:ext cx="9235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自己評価 → 社長へ直接提出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658368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6620256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顧問（EXECUTIVE）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6583680"/>
            <a:ext cx="9326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80359" y="6620256"/>
            <a:ext cx="9235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自己評価 → 社長へ直接提出（自己評価が部長評価として扱われる）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5-1. 自己評価の入力（全社員共通）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"/>
            <a:ext cx="1197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FDBFF"/>
                </a:solidFill>
              </a:rPr>
              <a:t>STAFF / LEADER / MANAGER / DIRECTOR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50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822960"/>
            <a:ext cx="10881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8503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メニューから「自己評価」をクリック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562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828800"/>
            <a:ext cx="10881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8562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評価期間が表示される → 現在の期間を選択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62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834640"/>
            <a:ext cx="10881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6207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11項目それぞれに 1〜5点 のスコアを入力（コメントも記入可）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8679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840480"/>
            <a:ext cx="10881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6791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入力途中でも「一時保存」できる（ブラウザを閉じても保存される）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4632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737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846320"/>
            <a:ext cx="10881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737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全項目入力後「提出」ボタンをクリック → 次の担当者（リーダーまたは課長）に回る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⚠️  提出後は自己評価の修正ができません。内容を十分確認してから提出してください。
　　修正が必要な場合は管理者に差し戻しを依頼してください。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5-2. リーダー（LEADER）の操作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"/>
            <a:ext cx="1197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FDBFF"/>
                </a:solidFill>
              </a:rPr>
              <a:t>担当グループメンバーのリーダー評価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50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822960"/>
            <a:ext cx="108813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85039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メニューから「リーダー評価」をクリック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618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担当グループのメンバー一覧が表示されます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305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103120"/>
            <a:ext cx="108813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13055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ステータスが「リーダー入力中」の社員を選択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420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メンバーが自己評価を提出するとリーダーの画面に現れます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79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10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383279"/>
            <a:ext cx="108813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41071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11項目のリーダー評価スコアとコメントを入力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22191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社員の自己評価を参照しながら入力できます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9087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663440"/>
            <a:ext cx="108813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90871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「提出」ボタンをクリック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02351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課長に回ります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3500"/>
                </a:solidFill>
              </a:rPr>
              <a:t>💡  リーダー自身の自己評価は「自己評価」メニューから別途入力します。
　　リーダー評価画面では担当メンバーの評価のみ行います。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5-3. 課長（MANAGER）の操作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"/>
            <a:ext cx="1197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FDBFF"/>
                </a:solidFill>
              </a:rPr>
              <a:t>課長評価 ＋ グループ・リーダー管理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3152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731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課長評価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メニューから「課長評価」をクリック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47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ステータスが「課長入力中」の社員を選択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157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自己評価・リーダー評価を参照しながら 11項目を入力し「提出」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930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02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提出先：部長（部長スキップ部署は社長）へ回る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5196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2519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グループ・リーダー管理（課にリーダー評価設定がある場合のみ）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6344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817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90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メニューから「グループ・リーダー管理」をクリック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5780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2760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85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グループを選択し、そのグループのリーダーをドロップダウンから選択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52159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8704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79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「保存」ボタンをクリックして確定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5-4. 部長（DIRECTOR）の操作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"/>
            <a:ext cx="1197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FDBFF"/>
                </a:solidFill>
              </a:rPr>
              <a:t>担当部署の全社員（課長含む）の部長評価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50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822960"/>
            <a:ext cx="108813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85039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メニューから「部長評価」をクリック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618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担当部署の全社員（課長含む）の評価が表示されます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502920" cy="50292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305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103120"/>
            <a:ext cx="108813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13055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ステータスが「部長入力中」の社員を選択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420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課長評価が完了した社員が対象です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79"/>
            <a:ext cx="502920" cy="50292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10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383279"/>
            <a:ext cx="108813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41071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11項目の部長評価スコアとコメントを入力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22191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自己評価・リーダー評価・課長評価を参照しながら入力できます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502920" cy="50292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9087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663440"/>
            <a:ext cx="108813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90871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「提出」ボタンをクリック → 社長に回る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02351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部長評価が完了すると社長の画面に表示されます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3500"/>
                </a:solidFill>
              </a:rPr>
              <a:t>💡  部長自身の自己評価は「自己評価」メニューから入力します。提出すると直接社長に回ります。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5-5. 顧問（EXECUTIVE） ／ 5-6. 社長（PRESIDENT）の操作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731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顧問（EXECUTIVE）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顧問は担当部署の評価において部長役を担います。課長評価が完了した社員の評価を行います。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411480" cy="41148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184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メニューから「顧問評価」をクリック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411480" cy="41148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671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762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ステータスが「顧問入力中」の社員を選択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411480" cy="41148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157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これまでの評価を参照しながらスコアとコメントを入力し「提出」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337560"/>
            <a:ext cx="12188952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474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社長（PRESIDENT）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8862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社長は全社員の評価を閲覧し、最終完了操作を行います。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15968"/>
            <a:ext cx="1097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342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評価閲覧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34256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「評価閲覧」をクリック → 評価期間を選択 → 全社員の評価一覧を確認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91456"/>
            <a:ext cx="1097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8097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詳細確認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09744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「詳細を見る」で各社員の全スコア・コメントを閲覧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66944"/>
            <a:ext cx="1097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285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完了操作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28523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「完了」ボタンをクリックすると評価が COMPLETED（完了）になる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42431"/>
            <a:ext cx="1097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760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社員台帳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7607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「社員台帳」から給与・賞与・評価情報を年度別に閲覧できる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217920"/>
            <a:ext cx="1097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2362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定年通知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623620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メニュー下部に1年以内に定年（60歳）となる社員が自動表示される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5-7. 管理者（ADMIN）の操作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"/>
            <a:ext cx="1197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FDBFF"/>
                </a:solidFill>
              </a:rPr>
              <a:t>システム全体の設定・管理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56032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13816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メニュー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777240"/>
            <a:ext cx="932688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59" y="813816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できること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08176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ユーザー管理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1371600"/>
            <a:ext cx="9326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59" y="1408176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社員の登録・編集・削除、パスワードリセット、権限変更、通知書表示権限の付与・一括設定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65960"/>
            <a:ext cx="25603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002536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部署・課管理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39" y="1965960"/>
            <a:ext cx="93268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59" y="2002536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部署・課の追加・編集、リーダー評価の有無、部長スキップ、評価対象外の設定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032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596896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評価期間管理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39" y="2560320"/>
            <a:ext cx="9326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59" y="2596896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評価期間の作成、各ロールの提出期限の設定・変更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54680"/>
            <a:ext cx="25603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191256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全評価閲覧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3154680"/>
            <a:ext cx="93268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59" y="3191256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全社員の全評価を閲覧、CSV出力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49039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785615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社員台帳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39" y="3749039"/>
            <a:ext cx="9326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59" y="3785615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給与・賞与・評価情報の入力・編集・CSVエクスポート・インポート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43400"/>
            <a:ext cx="25603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379976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昇給・賞与通知書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39" y="4343400"/>
            <a:ext cx="93268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59" y="4379976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通知書の作成・印刷・個人通知書の閲覧権限管理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937759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974336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精勤手当・支給額設定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39" y="4937759"/>
            <a:ext cx="9326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59" y="4974336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期ごとの出勤情報・精勤手当・欠勤控除の管理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532120"/>
            <a:ext cx="25603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568696"/>
            <a:ext cx="24688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インフレ手当設定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39" y="5532120"/>
            <a:ext cx="93268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59" y="5568696"/>
            <a:ext cx="9235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夏期・冬期のインフレ手当金額・支給日の期別設定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3500"/>
                </a:solidFill>
              </a:rPr>
              <a:t>💡  通知書表示の一括設定: フィルターで部署・種別を絞り込んだうえで「一括ON」「一括OFF」ボタンを押すと表示中の社員全員に一括適用できます。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6. 評価項目一覧（11項目）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"/>
            <a:ext cx="1197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FDBFF"/>
                </a:solidFill>
              </a:rPr>
              <a:t>各項目 1〜5点で評価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457200" cy="512064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138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777240"/>
            <a:ext cx="2926080" cy="512064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1381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項目名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777240"/>
            <a:ext cx="8595360" cy="512064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81381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評価基準（概要）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9304"/>
            <a:ext cx="457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289304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上司・部下への姿勢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289304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325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上司を積極的に助け、部下・後輩への教育・指導・育成ができているか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01368"/>
            <a:ext cx="45720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83794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801368"/>
            <a:ext cx="292608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83794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仕事に対する勤勉・努力指導性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1801368"/>
            <a:ext cx="859536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183794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自ら進んで努力・学習し、周囲への指導力を発揮しているか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13432"/>
            <a:ext cx="457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3500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313432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3500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勤怠及び勤務態度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2313432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235000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遅刻・欠勤がなく、社会人として自己管理ができているか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25496"/>
            <a:ext cx="45720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86207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2825496"/>
            <a:ext cx="292608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28620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仕事の成果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2825496"/>
            <a:ext cx="859536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86207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業務を正確に理解し、効率的かつ問題なく遂行できているか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37560"/>
            <a:ext cx="457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3741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337560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3741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仕事に対する適応性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337560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337413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責任感を持ち、状況に関わらず役割を果たしているか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49624"/>
            <a:ext cx="45720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849624"/>
            <a:ext cx="292608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業務の知識・技能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3849624"/>
            <a:ext cx="859536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3320" y="3886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経験年数に応じた技術力・知識を業務で発揮できているか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361688"/>
            <a:ext cx="457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39826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361688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398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判断力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436168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03320" y="439826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問題発生時に適切な判断・調整・対処ができているか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873752"/>
            <a:ext cx="45720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9103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4873752"/>
            <a:ext cx="292608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49103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協調性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4873752"/>
            <a:ext cx="859536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03320" y="491032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良好なコミュニケーションと協調性を持って行動できているか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85816"/>
            <a:ext cx="457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4223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09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385816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4223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企画力・研究心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5385816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03320" y="54223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業務の効率化・改善につながる行動を自ら考え実行できているか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897880"/>
            <a:ext cx="45720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593445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5897880"/>
            <a:ext cx="292608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9344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積極性・将来性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5897880"/>
            <a:ext cx="8595360" cy="5120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03320" y="593445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新しいスキル・知識の習得に積極的に努めているか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6409944"/>
            <a:ext cx="457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" y="6446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6409944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6446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会社への協力性・所属部門目標達成度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0" y="6409944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703320" y="6446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全社方針に協力し、部門目標を達成できているか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7. 評価ステータス一覧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566928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5669280" cy="43891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自己評価未入力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意味: 社員がまだ評価を開始していない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次のアクション: 社員が自己評価を入力・提出する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5669280" cy="1280160"/>
          </a:xfrm>
          <a:prstGeom prst="rect">
            <a:avLst/>
          </a:prstGeom>
          <a:solidFill>
            <a:srgbClr val="FEF9C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5669280" cy="438912"/>
          </a:xfrm>
          <a:prstGeom prst="rect">
            <a:avLst/>
          </a:prstGeom>
          <a:solidFill>
            <a:srgbClr val="A16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自己評価入力中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意味: 社員が入力中（下書き保存）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次のアクション: 社員が提出する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669280" cy="1280160"/>
          </a:xfrm>
          <a:prstGeom prst="rect">
            <a:avLst/>
          </a:prstGeom>
          <a:solidFill>
            <a:srgbClr val="FFEDD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5669280" cy="438912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03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リーダー入力中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60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意味: リーダーが評価中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07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次のアクション: リーダーが入力・提出する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74920"/>
            <a:ext cx="566928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074920"/>
            <a:ext cx="5669280" cy="43891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20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課長入力中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577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意味: 課長が評価中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925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次のアクション: 課長が入力・提出する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822960"/>
            <a:ext cx="5669280" cy="1280160"/>
          </a:xfrm>
          <a:prstGeom prst="rect">
            <a:avLst/>
          </a:prstGeom>
          <a:solidFill>
            <a:srgbClr val="F3E8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822960"/>
            <a:ext cx="5669280" cy="43891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8686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部長入力中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1325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意味: 部長が評価中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16733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次のアクション: 部長が入力・提出する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240280"/>
            <a:ext cx="5669280" cy="1280160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240280"/>
            <a:ext cx="5669280" cy="43891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2286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顧問入力中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2743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意味: 顧問が評価中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次のアクション: 顧問が入力・提出する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657600"/>
            <a:ext cx="5669280" cy="128016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657600"/>
            <a:ext cx="5669280" cy="43891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79" y="3703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社長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79" y="4160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意味: 社長の手元に届いた状態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4507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次のアクション: 社長が閲覧・完了にする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074920"/>
            <a:ext cx="5669280" cy="1280160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5074920"/>
            <a:ext cx="5669280" cy="438912"/>
          </a:xfrm>
          <a:prstGeom prst="rect">
            <a:avLst/>
          </a:prstGeom>
          <a:solidFill>
            <a:srgbClr val="06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79" y="5120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完了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79" y="5577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意味: 評価が完了した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79" y="5925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次のアクション: なし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8. よくある質問・注意事項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Q. 自己評価を提出したが修正したい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A. 提出後は原則修正不可。管理者に差し戻し依頼をしてください。「自己評価の提出期限」内は期限中に限り修正できます。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116128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Q. 担当メンバーが自己評価を提出しない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A. 「全評価閲覧」画面でステータスを確認し、未提出の社員に声かけをしてください。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40"/>
            <a:ext cx="116128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Q. 評価期間が表示されない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A. 管理者が評価期間をまだ作成していない可能性があります。管理者に「評価期間管理」からの作成を依頼してください。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06240"/>
            <a:ext cx="116128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Q. パスワードを忘れた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A. 管理者（ADMIN）に連絡してください。管理者が「ユーザー管理」から仮パスワードに変更します。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49240"/>
            <a:ext cx="116128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Q. 通知書メニューが表示されない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790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A. 管理者が「ユーザー管理」で対象社員の「通知書メニューを表示する」をONにする必要があります。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⚠️  本システムは社内専用です。ログイン情報を他者に教えないでください。使用後は必ずログアウトしてください。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